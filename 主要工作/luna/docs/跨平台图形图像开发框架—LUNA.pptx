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510" r:id="rId2"/>
    <p:sldId id="566" r:id="rId3"/>
    <p:sldId id="543" r:id="rId4"/>
    <p:sldId id="579" r:id="rId5"/>
    <p:sldId id="580" r:id="rId6"/>
    <p:sldId id="581" r:id="rId7"/>
    <p:sldId id="582" r:id="rId8"/>
    <p:sldId id="583" r:id="rId9"/>
    <p:sldId id="584" r:id="rId10"/>
    <p:sldId id="585" r:id="rId11"/>
    <p:sldId id="587" r:id="rId12"/>
    <p:sldId id="586" r:id="rId13"/>
    <p:sldId id="588" r:id="rId14"/>
    <p:sldId id="39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A7D5"/>
    <a:srgbClr val="00B0F0"/>
    <a:srgbClr val="F4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1300C7-98BB-449D-91F0-6AFD20BE8C8C}" v="11" dt="2023-05-09T10:43:46.5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8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97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2CFDF-8383-449A-A43A-E34A7766A7BC}" type="datetimeFigureOut">
              <a:rPr lang="zh-CN" altLang="en-US" smtClean="0"/>
              <a:t>2025/3/21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2599B-810B-43E1-BF39-A7B22DB4EB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190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217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617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820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109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529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53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012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661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441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0649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682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16565-5B65-72F0-D3CE-55EEF3523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48AFE6-E11E-5AE9-EDF1-B4440FC8C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26D9CA-487B-7C94-4DF9-2B5D4020D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12D47-6547-4DF8-AD7B-AED458E9BC51}" type="datetimeFigureOut">
              <a:rPr lang="zh-CN" altLang="en-US" smtClean="0"/>
              <a:t>2025/3/21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ADF756-A188-B67E-1F80-DB0C0395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D7CF9-DC64-648E-ED0F-A2B837A3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97A0-D8B2-4E72-96EC-92DB6C21A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225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806471-3CF8-DFDD-61FA-67F4C214A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5D0CFA-9A44-8983-16E1-0338F4927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16E2A9-CD69-D0A4-5F26-00B57EFE1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12D47-6547-4DF8-AD7B-AED458E9BC51}" type="datetimeFigureOut">
              <a:rPr lang="zh-CN" altLang="en-US" smtClean="0"/>
              <a:t>2025/3/21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984B86-DD2F-1140-0CE7-C74EFF52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E3C38B-8917-5F8F-0660-26E1228AD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97A0-D8B2-4E72-96EC-92DB6C21A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091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47577-4801-89CB-9EBA-611985058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354D44-2CDE-3427-ECFA-94A529A96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7523C4-959B-A8B0-78B0-7C01C766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12D47-6547-4DF8-AD7B-AED458E9BC51}" type="datetimeFigureOut">
              <a:rPr lang="zh-CN" altLang="en-US" smtClean="0"/>
              <a:t>2025/3/21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7EFF85-988D-97F3-C2E7-851E23ED4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9CFC00-FF87-9322-383C-2B01C615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97A0-D8B2-4E72-96EC-92DB6C21A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251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34021B-DE81-9E4C-120D-744338D2B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2D6492-648B-CAE1-F04E-B866B171A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5AB1B9-6118-57D3-3908-E1CF58323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0CFA90-9202-9D91-921F-552F1CFBC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12D47-6547-4DF8-AD7B-AED458E9BC51}" type="datetimeFigureOut">
              <a:rPr lang="zh-CN" altLang="en-US" smtClean="0"/>
              <a:t>2025/3/21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5B6C72-7B4B-E01B-0243-6EBBD7627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B47216-437B-D34F-E647-961E96603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97A0-D8B2-4E72-96EC-92DB6C21A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37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D45F1-7DAF-FF3A-5E2F-B3B2A9E35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B77FB1-C2E1-A950-15F6-09B065DF2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38840E-0F9F-290B-5FF5-278059DBD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B0CDAD-6632-CDFA-F711-C924874043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9E9B0E-0B17-B24B-3D5D-1434DAADB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A4E9FA-F6CF-9067-CD80-ACACB3189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12D47-6547-4DF8-AD7B-AED458E9BC51}" type="datetimeFigureOut">
              <a:rPr lang="zh-CN" altLang="en-US" smtClean="0"/>
              <a:t>2025/3/21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4D01EF0-2643-E5E9-668C-E06F2C26C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187377-7339-80F6-D669-4169A591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97A0-D8B2-4E72-96EC-92DB6C21A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193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B7C2BA-B2BF-4B29-7C4D-386BAB926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540E88-22F0-E068-7EA0-14334E54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12D47-6547-4DF8-AD7B-AED458E9BC51}" type="datetimeFigureOut">
              <a:rPr lang="zh-CN" altLang="en-US" smtClean="0"/>
              <a:t>2025/3/21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3DFF1C-6986-D5C9-7EB2-D19732B4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59887A-176A-7CE6-0FA2-EABBADC7C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97A0-D8B2-4E72-96EC-92DB6C21A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64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A14079-CE85-D09A-7593-6C95C819D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12D47-6547-4DF8-AD7B-AED458E9BC51}" type="datetimeFigureOut">
              <a:rPr lang="zh-CN" altLang="en-US" smtClean="0"/>
              <a:t>2025/3/21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63BF45-FE2F-9EC5-9235-39B1B706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339F54-7EE3-5049-C9D0-7A7B3B42D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97A0-D8B2-4E72-96EC-92DB6C21A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92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BF4674-675D-4170-7D3F-78446CD5D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AFA811-DB16-6170-8CA7-311E00A9E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FE95DC-2A8D-DC33-75FD-13CD273F1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93137E-BE4B-B5F1-443E-38ADB208A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12D47-6547-4DF8-AD7B-AED458E9BC51}" type="datetimeFigureOut">
              <a:rPr lang="zh-CN" altLang="en-US" smtClean="0"/>
              <a:t>2025/3/21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C4C65F-7C4B-89B0-7C71-C51E94F8A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2A007D-E81C-151E-17C1-BB89D7C7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97A0-D8B2-4E72-96EC-92DB6C21A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998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B9B31-437F-8006-C308-208243BB4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4D7258-AE67-0E73-33FC-9AC9796A0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1D4620-C77D-79EF-C7C3-C40AEECEA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7388AF-F0F5-7475-7082-6B0FB356A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12D47-6547-4DF8-AD7B-AED458E9BC51}" type="datetimeFigureOut">
              <a:rPr lang="zh-CN" altLang="en-US" smtClean="0"/>
              <a:t>2025/3/21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58B8ED-608D-0661-CC1B-F4AA9A3EB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95AEA1-EAB1-8D7D-977F-1370942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97A0-D8B2-4E72-96EC-92DB6C21A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53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5656AE-72E6-D591-7D98-7B3B34E15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F63AA8-5CC8-A574-E8D5-9FA148EDD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C7E7EB-C611-82E1-A614-70B9BE366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12D47-6547-4DF8-AD7B-AED458E9BC51}" type="datetimeFigureOut">
              <a:rPr lang="zh-CN" altLang="en-US" smtClean="0"/>
              <a:t>2025/3/21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098DD9-6ADE-ABF8-B3C0-50DC0A4E6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E5EABF-1068-D63F-3B18-CA0A21E4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97A0-D8B2-4E72-96EC-92DB6C21A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92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E16A65-283E-15FC-FFB0-97BF2EF94C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0DEE3D-7DE5-DFFA-EC40-83E55537E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A9055E-469C-AB21-64E7-2A77625B9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12D47-6547-4DF8-AD7B-AED458E9BC51}" type="datetimeFigureOut">
              <a:rPr lang="zh-CN" altLang="en-US" smtClean="0"/>
              <a:t>2025/3/21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14D2A3-C2D7-103E-9D06-C12301496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8DD0A5-82F3-E492-4AE9-1F9EEB98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997A0-D8B2-4E72-96EC-92DB6C21A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09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 userDrawn="1"/>
        </p:nvSpPr>
        <p:spPr>
          <a:xfrm>
            <a:off x="421134" y="448501"/>
            <a:ext cx="0" cy="460879"/>
          </a:xfrm>
          <a:custGeom>
            <a:avLst/>
            <a:gdLst/>
            <a:ahLst/>
            <a:cxnLst/>
            <a:rect l="l" t="t" r="r" b="b"/>
            <a:pathLst>
              <a:path h="768985">
                <a:moveTo>
                  <a:pt x="0" y="0"/>
                </a:moveTo>
                <a:lnTo>
                  <a:pt x="0" y="768730"/>
                </a:lnTo>
              </a:path>
            </a:pathLst>
          </a:custGeom>
          <a:ln w="51592">
            <a:solidFill>
              <a:srgbClr val="4BB0EA"/>
            </a:solidFill>
          </a:ln>
        </p:spPr>
        <p:txBody>
          <a:bodyPr wrap="square" lIns="0" tIns="0" rIns="0" bIns="0" rtlCol="0"/>
          <a:lstStyle/>
          <a:p>
            <a:endParaRPr sz="1079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1532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4569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9B1690-64DA-5937-A692-318E20F63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0EAF04-D329-8238-C4C1-55D6FFD05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435EC-0D7E-A6D6-841E-074364B0A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12D47-6547-4DF8-AD7B-AED458E9BC51}" type="datetimeFigureOut">
              <a:rPr lang="zh-CN" altLang="en-US" smtClean="0"/>
              <a:t>2025/3/21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30085F-4516-E5C7-9210-FC18F5409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4B8E0C-D273-01F4-7020-701C8F42C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997A0-D8B2-4E72-96EC-92DB6C21A4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444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.sysop.bigo.sg/chenwei4/lun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iqizhixin.com/articles/2024-12-26-2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未标题-10-05"/>
          <p:cNvPicPr>
            <a:picLocks noChangeAspect="1"/>
          </p:cNvPicPr>
          <p:nvPr/>
        </p:nvPicPr>
        <p:blipFill>
          <a:blip r:embed="rId2" cstate="hqprint"/>
          <a:stretch>
            <a:fillRect/>
          </a:stretch>
        </p:blipFill>
        <p:spPr>
          <a:xfrm>
            <a:off x="36070" y="-18244"/>
            <a:ext cx="12084466" cy="68515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96847" y="2494439"/>
            <a:ext cx="6998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跨平台图形图像开发框架 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LUNA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28770" y="5487326"/>
            <a:ext cx="3613506" cy="534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38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部门：音视频中心部 </a:t>
            </a:r>
            <a:r>
              <a:rPr lang="en-US" altLang="zh-CN" sz="1438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1438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陈伟</a:t>
            </a:r>
            <a:endParaRPr lang="en-US" altLang="zh-CN" sz="1438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38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时间：</a:t>
            </a:r>
            <a:r>
              <a:rPr lang="en-US" altLang="zh-CN" sz="1438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2025.117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未标题-2.png" descr="未标题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47" y="181419"/>
            <a:ext cx="11252182" cy="617497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irectory"/>
          <p:cNvSpPr txBox="1"/>
          <p:nvPr/>
        </p:nvSpPr>
        <p:spPr>
          <a:xfrm>
            <a:off x="7193774" y="1335874"/>
            <a:ext cx="3201840" cy="590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7401" rIns="27401">
            <a:spAutoFit/>
          </a:bodyPr>
          <a:lstStyle>
            <a:lvl1pPr marL="253999" indent="-253999">
              <a:buSzPct val="100000"/>
              <a:buChar char="•"/>
              <a:defRPr sz="2800" cap="all">
                <a:solidFill>
                  <a:schemeClr val="accent3">
                    <a:satOff val="-41316"/>
                    <a:lumOff val="-13176"/>
                  </a:schemeClr>
                </a:solidFill>
              </a:defRPr>
            </a:lvl1pPr>
          </a:lstStyle>
          <a:p>
            <a:r>
              <a:rPr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directory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193774" y="2425786"/>
            <a:ext cx="4345355" cy="267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500" indent="-342500">
              <a:buFont typeface="Arial" panose="020B0604020202020204" pitchFamily="34" charset="0"/>
              <a:buChar char="•"/>
            </a:pPr>
            <a:r>
              <a:rPr kumimoji="1" lang="zh-CN" altLang="en-US" sz="2397" b="1" kern="23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项目介绍</a:t>
            </a:r>
            <a:endParaRPr kumimoji="1" lang="en-US" altLang="zh-CN" sz="2397" b="1" kern="23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500" indent="-342500">
              <a:buFont typeface="Arial" panose="020B0604020202020204" pitchFamily="34" charset="0"/>
              <a:buChar char="•"/>
            </a:pPr>
            <a:endParaRPr kumimoji="1" lang="en-US" altLang="zh-CN" sz="2397" b="1" kern="23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500" indent="-342500">
              <a:buFont typeface="Arial" panose="020B0604020202020204" pitchFamily="34" charset="0"/>
              <a:buChar char="•"/>
            </a:pPr>
            <a:r>
              <a:rPr kumimoji="1" lang="zh-CN" altLang="en-US" sz="2397" b="1" kern="23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构建指导与功能演示</a:t>
            </a:r>
            <a:endParaRPr kumimoji="1" lang="en-US" altLang="zh-CN" sz="2397" b="1" kern="23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500" indent="-342500">
              <a:buFont typeface="Arial" panose="020B0604020202020204" pitchFamily="34" charset="0"/>
              <a:buChar char="•"/>
            </a:pPr>
            <a:endParaRPr kumimoji="1" lang="en-US" altLang="zh-CN" sz="2397" b="1" kern="23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500" indent="-342500">
              <a:buFont typeface="Arial" panose="020B0604020202020204" pitchFamily="34" charset="0"/>
              <a:buChar char="•"/>
            </a:pPr>
            <a:r>
              <a:rPr kumimoji="1" lang="zh-CN" altLang="en-US" sz="2397" b="1" kern="23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项目开发 </a:t>
            </a:r>
            <a:r>
              <a:rPr kumimoji="1" lang="en-US" altLang="zh-CN" sz="2397" b="1" kern="23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kumimoji="1" lang="zh-CN" altLang="en-US" sz="2397" b="1" kern="23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代码介绍</a:t>
            </a:r>
            <a:endParaRPr kumimoji="1" lang="en-US" altLang="zh-CN" sz="2397" b="1" kern="23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500" indent="-342500">
              <a:buFont typeface="Arial" panose="020B0604020202020204" pitchFamily="34" charset="0"/>
              <a:buChar char="•"/>
            </a:pPr>
            <a:endParaRPr kumimoji="1" lang="en-US" altLang="zh-CN" sz="2397" b="1" kern="23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500" indent="-342500">
              <a:buFont typeface="Arial" panose="020B0604020202020204" pitchFamily="34" charset="0"/>
              <a:buChar char="•"/>
            </a:pPr>
            <a:r>
              <a:rPr kumimoji="1" lang="zh-CN" altLang="en-US" sz="2397" b="1" kern="23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一些感受</a:t>
            </a:r>
            <a:endParaRPr kumimoji="1" lang="en-US" altLang="zh-CN" sz="2397" b="1" kern="23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785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7131" y="501603"/>
            <a:ext cx="11343662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97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项目介绍 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4CF764-E6BE-6B6B-F03E-2C7AAB8FA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917" y="1577340"/>
            <a:ext cx="11276876" cy="5044440"/>
          </a:xfrm>
        </p:spPr>
        <p:txBody>
          <a:bodyPr>
            <a:normAutofit/>
          </a:bodyPr>
          <a:lstStyle/>
          <a:p>
            <a:pPr marL="274000" indent="-274000"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仓库地址：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https://git.sysop.bigo.sg/chenwei4/luna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74000" indent="-274000"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74000" indent="-274000"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LUNA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一个服务于图形图像算法开发的跨平台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脚手架 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图形图像算法开发的加速器 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为什么开发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LUNA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276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7131" y="501603"/>
            <a:ext cx="11343662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97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项目介绍 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4CF764-E6BE-6B6B-F03E-2C7AAB8FA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917" y="1577340"/>
            <a:ext cx="11276876" cy="2869969"/>
          </a:xfrm>
        </p:spPr>
        <p:txBody>
          <a:bodyPr>
            <a:normAutofit/>
          </a:bodyPr>
          <a:lstStyle/>
          <a:p>
            <a:pPr marL="274000" indent="-274000"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LUNA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D4E8BA-7468-41E4-9BF8-EF577C5B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522" y="2202444"/>
            <a:ext cx="5966822" cy="19461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9640E68-31C6-478C-A1D3-DF180C91C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922" y="2354844"/>
            <a:ext cx="5966822" cy="194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464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7131" y="501603"/>
            <a:ext cx="11343662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97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项目介绍 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4CF764-E6BE-6B6B-F03E-2C7AAB8FA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917" y="1577340"/>
            <a:ext cx="11276876" cy="2869969"/>
          </a:xfrm>
        </p:spPr>
        <p:txBody>
          <a:bodyPr>
            <a:normAutofit/>
          </a:bodyPr>
          <a:lstStyle/>
          <a:p>
            <a:pPr marL="274000" indent="-274000"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LUNA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B866D75-778A-49E5-9133-E9070210E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11737"/>
            <a:ext cx="12192000" cy="243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30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7131" y="501603"/>
            <a:ext cx="11343662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97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项目介绍 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4CF764-E6BE-6B6B-F03E-2C7AAB8FA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917" y="1577340"/>
            <a:ext cx="11276876" cy="2869969"/>
          </a:xfrm>
        </p:spPr>
        <p:txBody>
          <a:bodyPr>
            <a:normAutofit/>
          </a:bodyPr>
          <a:lstStyle/>
          <a:p>
            <a:pPr marL="274000" indent="-274000"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LUNA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D957277-8572-4265-A60A-5B096DF28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034" y="2183381"/>
            <a:ext cx="8216878" cy="374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96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7131" y="501603"/>
            <a:ext cx="11343662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97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项目介绍 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4CF764-E6BE-6B6B-F03E-2C7AAB8FA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917" y="1577340"/>
            <a:ext cx="11276876" cy="2869969"/>
          </a:xfrm>
        </p:spPr>
        <p:txBody>
          <a:bodyPr>
            <a:normAutofit/>
          </a:bodyPr>
          <a:lstStyle/>
          <a:p>
            <a:pPr marL="274000" indent="-274000"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LUNA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D957277-8572-4265-A60A-5B096DF28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570" y="348275"/>
            <a:ext cx="8216878" cy="374445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79E6E31-DA48-458B-A567-FC2716F6F8CA}"/>
              </a:ext>
            </a:extLst>
          </p:cNvPr>
          <p:cNvSpPr txBox="1"/>
          <p:nvPr/>
        </p:nvSpPr>
        <p:spPr>
          <a:xfrm>
            <a:off x="673916" y="4752449"/>
            <a:ext cx="10797074" cy="18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360"/>
              </a:spcAft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LUNA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替你完成这些工作 ，让你专注于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本身的开发！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36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360"/>
              </a:spcAft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一次开发，多端运行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36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当你在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端完成开发工作后，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不需要任何代码修改，即可在移动端运行 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769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7131" y="501603"/>
            <a:ext cx="11343662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9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构建指导与功能演示 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4CF764-E6BE-6B6B-F03E-2C7AAB8FA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917" y="1577340"/>
            <a:ext cx="11276876" cy="286996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平台支持：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MACOS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IOS</a:t>
            </a: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特点：构建简单、开箱即用。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5907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7131" y="501603"/>
            <a:ext cx="11343662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9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构建指导与功能演示 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4CF764-E6BE-6B6B-F03E-2C7AAB8FA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917" y="1577340"/>
            <a:ext cx="11276876" cy="48996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功能演示：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视图：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资源管理模块视图、控制模块视图、效果浏览模块视图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状态保存、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shader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热更新，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 server,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  实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时调参，图形渲染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…….</a:t>
            </a: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移动端功能演示。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115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7131" y="501603"/>
            <a:ext cx="11343662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97">
                <a:latin typeface="微软雅黑" panose="020B0503020204020204" pitchFamily="34" charset="-122"/>
                <a:ea typeface="微软雅黑" panose="020B0503020204020204" pitchFamily="34" charset="-122"/>
              </a:rPr>
              <a:t>项目开发 </a:t>
            </a:r>
            <a:r>
              <a:rPr lang="en-US" altLang="zh-CN" sz="2397"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2397">
                <a:latin typeface="微软雅黑" panose="020B0503020204020204" pitchFamily="34" charset="-122"/>
                <a:ea typeface="微软雅黑" panose="020B0503020204020204" pitchFamily="34" charset="-122"/>
              </a:rPr>
              <a:t>代码介绍</a:t>
            </a:r>
            <a:endParaRPr lang="zh-CN" altLang="en-US" sz="239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4CF764-E6BE-6B6B-F03E-2C7AAB8FA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917" y="1577340"/>
            <a:ext cx="11276876" cy="48996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前提：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能够熟练使用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如果深度使用某平台开发，对相应开发和工具链有一定了解（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Xcode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 Studio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如果需要使用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来实时调参，对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ImGUI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有一定熟悉。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作为初学者，可以从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hello_luna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项目开始。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4539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7131" y="501603"/>
            <a:ext cx="11343662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97">
                <a:latin typeface="微软雅黑" panose="020B0503020204020204" pitchFamily="34" charset="-122"/>
                <a:ea typeface="微软雅黑" panose="020B0503020204020204" pitchFamily="34" charset="-122"/>
              </a:rPr>
              <a:t>项目开发 </a:t>
            </a:r>
            <a:r>
              <a:rPr lang="en-US" altLang="zh-CN" sz="2397"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2397">
                <a:latin typeface="微软雅黑" panose="020B0503020204020204" pitchFamily="34" charset="-122"/>
                <a:ea typeface="微软雅黑" panose="020B0503020204020204" pitchFamily="34" charset="-122"/>
              </a:rPr>
              <a:t>代码介绍</a:t>
            </a:r>
            <a:endParaRPr lang="zh-CN" altLang="en-US" sz="239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4CF764-E6BE-6B6B-F03E-2C7AAB8FA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917" y="1577340"/>
            <a:ext cx="11276876" cy="48996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LUNA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的主流程：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CF8EA0-17AD-4C09-9152-4CEFFAB0C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915" y="0"/>
            <a:ext cx="6605760" cy="68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75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7131" y="501603"/>
            <a:ext cx="11343662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97">
                <a:latin typeface="微软雅黑" panose="020B0503020204020204" pitchFamily="34" charset="-122"/>
                <a:ea typeface="微软雅黑" panose="020B0503020204020204" pitchFamily="34" charset="-122"/>
              </a:rPr>
              <a:t>项目开发 </a:t>
            </a:r>
            <a:r>
              <a:rPr lang="en-US" altLang="zh-CN" sz="2397"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sz="2397">
                <a:latin typeface="微软雅黑" panose="020B0503020204020204" pitchFamily="34" charset="-122"/>
                <a:ea typeface="微软雅黑" panose="020B0503020204020204" pitchFamily="34" charset="-122"/>
              </a:rPr>
              <a:t>代码介绍</a:t>
            </a:r>
            <a:endParaRPr lang="zh-CN" altLang="en-US" sz="239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4CF764-E6BE-6B6B-F03E-2C7AAB8FA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917" y="1577340"/>
            <a:ext cx="11276876" cy="48996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代码功能模块介绍。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638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7131" y="501603"/>
            <a:ext cx="11343662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9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一些感受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4CF764-E6BE-6B6B-F03E-2C7AAB8FA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917" y="1577340"/>
            <a:ext cx="11276876" cy="48996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代码中的脏味道：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脆弱的概念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微妙的细节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丑陋的设计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容易被误用的接口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行为的不一致性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最大的成本是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认知成本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你构建的每一个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都会变为其他人的认知成本！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https://www.jiqizhixin.com/articles/2024-12-26-2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360"/>
              </a:spcAft>
              <a:buFont typeface="Wingdings" panose="05000000000000000000" pitchFamily="2" charset="2"/>
              <a:buChar char="Ø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Aft>
                <a:spcPts val="360"/>
              </a:spcAft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4406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未标题-10-05"/>
          <p:cNvPicPr>
            <a:picLocks noChangeAspect="1"/>
          </p:cNvPicPr>
          <p:nvPr/>
        </p:nvPicPr>
        <p:blipFill>
          <a:blip r:embed="rId2" cstate="hqprint"/>
          <a:stretch>
            <a:fillRect/>
          </a:stretch>
        </p:blipFill>
        <p:spPr>
          <a:xfrm>
            <a:off x="71464" y="0"/>
            <a:ext cx="12084466" cy="6851530"/>
          </a:xfrm>
          <a:prstGeom prst="rect">
            <a:avLst/>
          </a:prstGeom>
        </p:spPr>
      </p:pic>
      <p:pic>
        <p:nvPicPr>
          <p:cNvPr id="12" name="图片 11" descr="bi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614" y="5689983"/>
            <a:ext cx="1281784" cy="38057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376709" y="6178670"/>
            <a:ext cx="1438582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99" b="1">
                <a:solidFill>
                  <a:schemeClr val="bg1"/>
                </a:solidFill>
              </a:rPr>
              <a:t>Before I Get Old</a:t>
            </a:r>
          </a:p>
        </p:txBody>
      </p:sp>
      <p:sp>
        <p:nvSpPr>
          <p:cNvPr id="3" name="object 4"/>
          <p:cNvSpPr txBox="1"/>
          <p:nvPr/>
        </p:nvSpPr>
        <p:spPr>
          <a:xfrm rot="21420000">
            <a:off x="2711337" y="2952188"/>
            <a:ext cx="6770087" cy="745068"/>
          </a:xfrm>
          <a:prstGeom prst="rect">
            <a:avLst/>
          </a:prstGeom>
          <a:ln>
            <a:noFill/>
          </a:ln>
        </p:spPr>
        <p:txBody>
          <a:bodyPr vert="horz" wrap="square" lIns="0" tIns="7231" rIns="0" bIns="0" rtlCol="0">
            <a:spAutoFit/>
          </a:bodyPr>
          <a:lstStyle/>
          <a:p>
            <a:pPr marL="2885752" marR="3044" indent="-2878522" algn="ctr">
              <a:spcBef>
                <a:spcPts val="57"/>
              </a:spcBef>
            </a:pPr>
            <a:r>
              <a:rPr lang="en-US" altLang="zh-CN" sz="4794" b="1" i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THANK YOU!</a:t>
            </a:r>
            <a:endParaRPr lang="en-US" altLang="zh-CN" sz="4794" b="1" i="1" spc="-33" dirty="0">
              <a:solidFill>
                <a:schemeClr val="bg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思源黑体 CN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404</Words>
  <Application>Microsoft Office PowerPoint</Application>
  <PresentationFormat>宽屏</PresentationFormat>
  <Paragraphs>108</Paragraphs>
  <Slides>14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panda gmz</dc:creator>
  <cp:lastModifiedBy>陈伟</cp:lastModifiedBy>
  <cp:revision>257</cp:revision>
  <dcterms:created xsi:type="dcterms:W3CDTF">2022-12-21T13:46:26Z</dcterms:created>
  <dcterms:modified xsi:type="dcterms:W3CDTF">2025-03-21T11:21:46Z</dcterms:modified>
</cp:coreProperties>
</file>